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"/>
  </p:notesMasterIdLst>
  <p:sldIdLst>
    <p:sldId id="48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646363"/>
    <a:srgbClr val="759AC0"/>
    <a:srgbClr val="CBCE7D"/>
    <a:srgbClr val="DCA69C"/>
    <a:srgbClr val="5CBBFE"/>
    <a:srgbClr val="A6AD04"/>
    <a:srgbClr val="C26958"/>
    <a:srgbClr val="FFFFFF"/>
    <a:srgbClr val="484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9"/>
    <p:restoredTop sz="85063" autoAdjust="0"/>
  </p:normalViewPr>
  <p:slideViewPr>
    <p:cSldViewPr snapToGrid="0" snapToObjects="1" showGuides="1">
      <p:cViewPr varScale="1">
        <p:scale>
          <a:sx n="174" d="100"/>
          <a:sy n="174" d="100"/>
        </p:scale>
        <p:origin x="1456" y="184"/>
      </p:cViewPr>
      <p:guideLst>
        <p:guide pos="3863"/>
        <p:guide orient="horz" pos="21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8995DE-F1BC-934E-97F1-D36F265B8E43}" type="datetimeFigureOut">
              <a:rPr lang="de-DE" smtClean="0"/>
              <a:t>27.10.25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FA309-39DD-D140-AED1-AEF4ADE111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504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8E42EC-28AB-43F3-9C27-AA91882C19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390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998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0DB6E39C-574F-C141-A56A-A49B3CDE8D96}"/>
              </a:ext>
            </a:extLst>
          </p:cNvPr>
          <p:cNvSpPr txBox="1"/>
          <p:nvPr userDrawn="1"/>
        </p:nvSpPr>
        <p:spPr bwMode="gray">
          <a:xfrm>
            <a:off x="2971800" y="3857625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/>
            <a:endParaRPr lang="de-DE" dirty="0">
              <a:solidFill>
                <a:srgbClr val="484847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393B57-DA86-DE42-9619-D034A1A89ED9}"/>
              </a:ext>
            </a:extLst>
          </p:cNvPr>
          <p:cNvSpPr txBox="1"/>
          <p:nvPr userDrawn="1"/>
        </p:nvSpPr>
        <p:spPr bwMode="gray">
          <a:xfrm>
            <a:off x="2372810" y="2257063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/>
            <a:endParaRPr lang="de-DE" dirty="0">
              <a:solidFill>
                <a:srgbClr val="484847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9BF2E6B-9F9C-1B4A-B7F2-E35C84344E34}"/>
              </a:ext>
            </a:extLst>
          </p:cNvPr>
          <p:cNvSpPr txBox="1"/>
          <p:nvPr userDrawn="1"/>
        </p:nvSpPr>
        <p:spPr bwMode="gray">
          <a:xfrm>
            <a:off x="4766310" y="4011930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/>
            <a:endParaRPr lang="de-DE" dirty="0">
              <a:solidFill>
                <a:srgbClr val="484847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47937C9-2427-8552-20FD-40F442279EEF}"/>
              </a:ext>
            </a:extLst>
          </p:cNvPr>
          <p:cNvSpPr txBox="1"/>
          <p:nvPr userDrawn="1"/>
        </p:nvSpPr>
        <p:spPr bwMode="gray">
          <a:xfrm>
            <a:off x="4572000" y="259434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/>
            <a:endParaRPr lang="de-DE" dirty="0">
              <a:solidFill>
                <a:srgbClr val="484847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D8CF09F-DD0C-0AE7-D98C-B9DA201CC430}"/>
              </a:ext>
            </a:extLst>
          </p:cNvPr>
          <p:cNvSpPr txBox="1"/>
          <p:nvPr userDrawn="1"/>
        </p:nvSpPr>
        <p:spPr bwMode="gray">
          <a:xfrm>
            <a:off x="-414670" y="6847367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/>
            <a:endParaRPr lang="de-DE" dirty="0">
              <a:solidFill>
                <a:srgbClr val="484847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D6CCEF-4DE5-B937-BED9-DEBDF1DB653C}"/>
              </a:ext>
            </a:extLst>
          </p:cNvPr>
          <p:cNvSpPr txBox="1"/>
          <p:nvPr userDrawn="1"/>
        </p:nvSpPr>
        <p:spPr bwMode="gray">
          <a:xfrm>
            <a:off x="2700338" y="7872413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/>
            <a:endParaRPr lang="de-DE" dirty="0">
              <a:solidFill>
                <a:srgbClr val="4848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65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3200" b="1" i="0" kern="1200" smtClean="0">
          <a:solidFill>
            <a:schemeClr val="bg1"/>
          </a:solidFill>
          <a:effectLst/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ED6E00"/>
        </a:buClr>
        <a:buSzPct val="110000"/>
        <a:buFont typeface="Wingdings" pitchFamily="2" charset="2"/>
        <a:buChar char="§"/>
        <a:defRPr sz="22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E00"/>
        </a:buClr>
        <a:buSzPct val="110000"/>
        <a:buFont typeface="Wingdings" pitchFamily="2" charset="2"/>
        <a:buChar char="§"/>
        <a:defRPr sz="20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E00"/>
        </a:buClr>
        <a:buSzPct val="110000"/>
        <a:buFont typeface="Wingdings" pitchFamily="2" charset="2"/>
        <a:buChar char="§"/>
        <a:defRPr sz="20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E00"/>
        </a:buClr>
        <a:buSzPct val="110000"/>
        <a:buFont typeface="Wingdings" pitchFamily="2" charset="2"/>
        <a:buChar char="§"/>
        <a:defRPr sz="20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D6E00"/>
        </a:buClr>
        <a:buSzPct val="110000"/>
        <a:buFont typeface="Wingdings" pitchFamily="2" charset="2"/>
        <a:buChar char="§"/>
        <a:defRPr sz="20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5" userDrawn="1">
          <p15:clr>
            <a:srgbClr val="F26B43"/>
          </p15:clr>
        </p15:guide>
        <p15:guide id="2" pos="7355" userDrawn="1">
          <p15:clr>
            <a:srgbClr val="F26B43"/>
          </p15:clr>
        </p15:guide>
        <p15:guide id="4" orient="horz" pos="42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hyperlink" Target="https://github.com/queens-py/queen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12" Type="http://schemas.openxmlformats.org/officeDocument/2006/relationships/hyperlink" Target="https://github.com/4C-multiphysics/4C" TargetMode="External"/><Relationship Id="rId17" Type="http://schemas.openxmlformats.org/officeDocument/2006/relationships/hyperlink" Target="https://doi.org/10.48550/arXiv.2508.16316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10" Type="http://schemas.openxmlformats.org/officeDocument/2006/relationships/image" Target="../media/image8.png"/><Relationship Id="rId19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https://www.epc.ed.tum.de/fileadmin/w00cgc/lnm/pictures/Startseite/Folie9.PNG">
            <a:extLst>
              <a:ext uri="{FF2B5EF4-FFF2-40B4-BE49-F238E27FC236}">
                <a16:creationId xmlns:a16="http://schemas.microsoft.com/office/drawing/2014/main" id="{E9D9CB00-F4D2-DAAB-615A-48671667C9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0" t="8527" r="18191" b="8874"/>
          <a:stretch/>
        </p:blipFill>
        <p:spPr bwMode="auto">
          <a:xfrm>
            <a:off x="119869" y="3018566"/>
            <a:ext cx="2084960" cy="153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BE4C9294-58B7-1715-F832-A19D7E5FB91A}"/>
              </a:ext>
            </a:extLst>
          </p:cNvPr>
          <p:cNvSpPr txBox="1"/>
          <p:nvPr/>
        </p:nvSpPr>
        <p:spPr>
          <a:xfrm>
            <a:off x="369687" y="1691166"/>
            <a:ext cx="5395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 open-source parallel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multiphysics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research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code b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ased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on FEM, HDG, SPH &amp; DEM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3" name="Picture 10" descr="tum-lbl">
            <a:extLst>
              <a:ext uri="{FF2B5EF4-FFF2-40B4-BE49-F238E27FC236}">
                <a16:creationId xmlns:a16="http://schemas.microsoft.com/office/drawing/2014/main" id="{F31A5E58-095F-1083-DCA1-EC5CC6ACC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911" y="5111564"/>
            <a:ext cx="737127" cy="3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8C2E55E2-8BDA-FA3B-EB1E-E47C9B5E0F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0791" y="5645543"/>
            <a:ext cx="1676218" cy="760208"/>
          </a:xfrm>
          <a:prstGeom prst="rect">
            <a:avLst/>
          </a:prstGeom>
        </p:spPr>
      </p:pic>
      <p:pic>
        <p:nvPicPr>
          <p:cNvPr id="3" name="Grafik 2" descr="Ein Bild, das Wirbellose enthält.&#10;&#10;KI-generierte Inhalte können fehlerhaft sein.">
            <a:extLst>
              <a:ext uri="{FF2B5EF4-FFF2-40B4-BE49-F238E27FC236}">
                <a16:creationId xmlns:a16="http://schemas.microsoft.com/office/drawing/2014/main" id="{EA6C255F-B4D3-9853-1483-881994F531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70"/>
          <a:stretch/>
        </p:blipFill>
        <p:spPr>
          <a:xfrm>
            <a:off x="640054" y="5004176"/>
            <a:ext cx="1347730" cy="1202818"/>
          </a:xfrm>
          <a:prstGeom prst="rect">
            <a:avLst/>
          </a:prstGeom>
        </p:spPr>
      </p:pic>
      <p:pic>
        <p:nvPicPr>
          <p:cNvPr id="56" name="Picture 2" descr="RUB-Logo">
            <a:extLst>
              <a:ext uri="{FF2B5EF4-FFF2-40B4-BE49-F238E27FC236}">
                <a16:creationId xmlns:a16="http://schemas.microsoft.com/office/drawing/2014/main" id="{D0492483-64F0-8F7A-EA6D-E7F74B029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51" b="35520"/>
          <a:stretch/>
        </p:blipFill>
        <p:spPr bwMode="auto">
          <a:xfrm>
            <a:off x="4339572" y="5904038"/>
            <a:ext cx="1568670" cy="31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4D14AB30-5E31-0BCA-38E6-14F490FCD7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6985" y="5050544"/>
            <a:ext cx="2426274" cy="508424"/>
          </a:xfrm>
          <a:prstGeom prst="rect">
            <a:avLst/>
          </a:prstGeom>
        </p:spPr>
      </p:pic>
      <p:pic>
        <p:nvPicPr>
          <p:cNvPr id="59" name="Grafik 58" descr="Ein Bild, das Grafiken, Schwarzweiß, Muster, Kreis enthält.&#10;&#10;KI-generierte Inhalte können fehlerhaft sein.">
            <a:extLst>
              <a:ext uri="{FF2B5EF4-FFF2-40B4-BE49-F238E27FC236}">
                <a16:creationId xmlns:a16="http://schemas.microsoft.com/office/drawing/2014/main" id="{585EFFF6-67DC-1EB2-E3A1-DC3A852563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595" y="2906741"/>
            <a:ext cx="1684644" cy="1684644"/>
          </a:xfrm>
          <a:prstGeom prst="rect">
            <a:avLst/>
          </a:prstGeom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4240C69D-F605-4779-E218-438349D35A36}"/>
              </a:ext>
            </a:extLst>
          </p:cNvPr>
          <p:cNvSpPr txBox="1"/>
          <p:nvPr/>
        </p:nvSpPr>
        <p:spPr>
          <a:xfrm>
            <a:off x="289707" y="6139798"/>
            <a:ext cx="21836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[Amadeus M. Gebauer, LNM, TUM]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AF42436C-3FFE-658A-2748-9FF0E903BF61}"/>
              </a:ext>
            </a:extLst>
          </p:cNvPr>
          <p:cNvSpPr txBox="1"/>
          <p:nvPr/>
        </p:nvSpPr>
        <p:spPr>
          <a:xfrm>
            <a:off x="427396" y="4550958"/>
            <a:ext cx="18165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[Lena </a:t>
            </a:r>
            <a:r>
              <a:rPr kumimoji="0" lang="de-DE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Yoshihara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LNM, TUM]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E006BA-DD42-67CD-7EE8-42315183E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313" y="518302"/>
            <a:ext cx="2944717" cy="101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F083108-A7B0-2593-DAB7-EBDF4CD114BD}"/>
              </a:ext>
            </a:extLst>
          </p:cNvPr>
          <p:cNvSpPr txBox="1"/>
          <p:nvPr/>
        </p:nvSpPr>
        <p:spPr>
          <a:xfrm>
            <a:off x="3490844" y="4534622"/>
            <a:ext cx="23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12"/>
              </a:rPr>
              <a:t>github.com/4C-multiphysics/4C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7" name="Text Placeholder 1">
            <a:extLst>
              <a:ext uri="{FF2B5EF4-FFF2-40B4-BE49-F238E27FC236}">
                <a16:creationId xmlns:a16="http://schemas.microsoft.com/office/drawing/2014/main" id="{F9717EE1-EDDA-2CCA-EE4D-90A07F66AFE2}"/>
              </a:ext>
            </a:extLst>
          </p:cNvPr>
          <p:cNvSpPr txBox="1">
            <a:spLocks/>
          </p:cNvSpPr>
          <p:nvPr/>
        </p:nvSpPr>
        <p:spPr>
          <a:xfrm>
            <a:off x="6253768" y="1951604"/>
            <a:ext cx="5869680" cy="12770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 open-source Python framework for solver-independent multi-query analyses of large-scale computational models.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Text Placeholder 1">
            <a:extLst>
              <a:ext uri="{FF2B5EF4-FFF2-40B4-BE49-F238E27FC236}">
                <a16:creationId xmlns:a16="http://schemas.microsoft.com/office/drawing/2014/main" id="{58A5C178-61B8-1EC7-91B8-52B1347489A9}"/>
              </a:ext>
            </a:extLst>
          </p:cNvPr>
          <p:cNvSpPr txBox="1">
            <a:spLocks/>
          </p:cNvSpPr>
          <p:nvPr/>
        </p:nvSpPr>
        <p:spPr>
          <a:xfrm>
            <a:off x="6451249" y="4692088"/>
            <a:ext cx="2885103" cy="18701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ED6E00"/>
              </a:buClr>
              <a:buSzPct val="110000"/>
              <a:buFont typeface="Wingdings" pitchFamily="2" charset="2"/>
              <a:buChar char="§"/>
              <a:defRPr sz="2000" b="0" i="0" kern="1200">
                <a:solidFill>
                  <a:srgbClr val="48484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D6E00"/>
              </a:buClr>
              <a:buSzPct val="110000"/>
              <a:buFont typeface="Wingdings" pitchFamily="2" charset="2"/>
              <a:buChar char="§"/>
              <a:defRPr sz="1800" b="0" i="0" kern="1200">
                <a:solidFill>
                  <a:srgbClr val="48484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D6E00"/>
              </a:buClr>
              <a:buSzPct val="110000"/>
              <a:buFont typeface="Wingdings" pitchFamily="2" charset="2"/>
              <a:buChar char="§"/>
              <a:defRPr sz="1800" b="0" i="0" kern="1200">
                <a:solidFill>
                  <a:srgbClr val="48484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D6E00"/>
              </a:buClr>
              <a:buSzPct val="110000"/>
              <a:buFont typeface="Wingdings" pitchFamily="2" charset="2"/>
              <a:buChar char="§"/>
              <a:defRPr sz="1800" b="0" i="0" kern="1200">
                <a:solidFill>
                  <a:srgbClr val="48484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D6E00"/>
              </a:buClr>
              <a:buSzPct val="110000"/>
              <a:buFont typeface="Wingdings" pitchFamily="2" charset="2"/>
              <a:buChar char="§"/>
              <a:defRPr sz="1800" b="0" i="0" kern="1200">
                <a:solidFill>
                  <a:srgbClr val="48484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Wingdings" pitchFamily="2" charset="2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Applications: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Parameter identification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Sensitivity analysis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Uncertainty quantification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Bayesian inverse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Wingdings" pitchFamily="2" charset="2"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Wingdings" pitchFamily="2" charset="2"/>
              <a:buChar char="§"/>
              <a:tabLst/>
              <a:defRPr/>
            </a:pPr>
            <a:endParaRPr kumimoji="0" lang="en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CBBFE"/>
              </a:buClr>
              <a:buSzPct val="110000"/>
              <a:buFont typeface="Wingdings" pitchFamily="2" charset="2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3" name="Picture 10" descr="tum-lbl">
            <a:extLst>
              <a:ext uri="{FF2B5EF4-FFF2-40B4-BE49-F238E27FC236}">
                <a16:creationId xmlns:a16="http://schemas.microsoft.com/office/drawing/2014/main" id="{E7005F35-204F-6F5B-D5EA-B60040D3E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874" y="5190330"/>
            <a:ext cx="737127" cy="3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Grafik 56">
            <a:extLst>
              <a:ext uri="{FF2B5EF4-FFF2-40B4-BE49-F238E27FC236}">
                <a16:creationId xmlns:a16="http://schemas.microsoft.com/office/drawing/2014/main" id="{EC4BA78E-71D5-E768-3EB5-0A15D008A7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6301" y="5671431"/>
            <a:ext cx="2426274" cy="508424"/>
          </a:xfrm>
          <a:prstGeom prst="rect">
            <a:avLst/>
          </a:prstGeom>
        </p:spPr>
      </p:pic>
      <p:pic>
        <p:nvPicPr>
          <p:cNvPr id="1028" name="Picture 4" descr="Willmann, H., Nitzler, J., Brandstäter, S., Wall, W.A. (2022): Bayesian calibration of coupled computational mechanics models under uncertainty based on interface deformation. Advanced Modeling and Simulation in Engineering Sciences 9, 24. ">
            <a:extLst>
              <a:ext uri="{FF2B5EF4-FFF2-40B4-BE49-F238E27FC236}">
                <a16:creationId xmlns:a16="http://schemas.microsoft.com/office/drawing/2014/main" id="{80FB0AB1-8EC3-803D-D150-943151B25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197" y="2906741"/>
            <a:ext cx="2323216" cy="164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037040A-6171-1FBC-185F-2ABC5B62896B}"/>
              </a:ext>
            </a:extLst>
          </p:cNvPr>
          <p:cNvCxnSpPr/>
          <p:nvPr/>
        </p:nvCxnSpPr>
        <p:spPr>
          <a:xfrm>
            <a:off x="6132513" y="0"/>
            <a:ext cx="0" cy="685800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395ABE78-BBA0-EF57-D1EB-69ABECBA43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90844" y="6355419"/>
            <a:ext cx="1303017" cy="36856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DEEA0BA-80D1-D15A-9C09-00C04FC82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203" y="624022"/>
            <a:ext cx="5471886" cy="83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8D52E8-5EE5-D348-307F-282BB04272E2}"/>
              </a:ext>
            </a:extLst>
          </p:cNvPr>
          <p:cNvSpPr txBox="1"/>
          <p:nvPr/>
        </p:nvSpPr>
        <p:spPr bwMode="gray">
          <a:xfrm>
            <a:off x="6253768" y="6220895"/>
            <a:ext cx="58696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Biehler, J.,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Nitzler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J.,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Brandstaeter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S., Dinkel, M.,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Gravemeier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V.,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Haeusel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L. J., Rei, G. R., Willmann, H.,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Wirthl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B., &amp; Wall, W. A. (2025). </a:t>
            </a:r>
            <a:r>
              <a:rPr kumimoji="0" lang="en-GB" sz="1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QUEENS: An Open-Source Python Framework for Solver-Independent Analyses of Large-Scale Computational Models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17"/>
              </a:rPr>
              <a:t>arXiv.2508.16316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687D045-20DA-D6B8-C8C6-1F20AB21D091}"/>
              </a:ext>
            </a:extLst>
          </p:cNvPr>
          <p:cNvGrpSpPr/>
          <p:nvPr/>
        </p:nvGrpSpPr>
        <p:grpSpPr>
          <a:xfrm>
            <a:off x="9317118" y="2921788"/>
            <a:ext cx="2874882" cy="1813202"/>
            <a:chOff x="7432413" y="3695852"/>
            <a:chExt cx="2874882" cy="1813202"/>
          </a:xfrm>
        </p:grpSpPr>
        <p:sp>
          <p:nvSpPr>
            <p:cNvPr id="7" name="Text Placeholder 1">
              <a:extLst>
                <a:ext uri="{FF2B5EF4-FFF2-40B4-BE49-F238E27FC236}">
                  <a16:creationId xmlns:a16="http://schemas.microsoft.com/office/drawing/2014/main" id="{983F89B1-5881-652E-58BD-633604309646}"/>
                </a:ext>
              </a:extLst>
            </p:cNvPr>
            <p:cNvSpPr txBox="1">
              <a:spLocks/>
            </p:cNvSpPr>
            <p:nvPr/>
          </p:nvSpPr>
          <p:spPr>
            <a:xfrm>
              <a:off x="7432413" y="5243685"/>
              <a:ext cx="2874882" cy="2653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rgbClr val="ED6E00"/>
                </a:buClr>
                <a:buSzPct val="110000"/>
                <a:buFont typeface="Wingdings" pitchFamily="2" charset="2"/>
                <a:buChar char="§"/>
                <a:defRPr sz="2000" b="0" i="0" kern="1200">
                  <a:solidFill>
                    <a:srgbClr val="48484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rgbClr val="ED6E00"/>
                </a:buClr>
                <a:buSzPct val="110000"/>
                <a:buFont typeface="Wingdings" pitchFamily="2" charset="2"/>
                <a:buChar char="§"/>
                <a:defRPr sz="1800" b="0" i="0" kern="1200">
                  <a:solidFill>
                    <a:srgbClr val="48484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rgbClr val="ED6E00"/>
                </a:buClr>
                <a:buSzPct val="110000"/>
                <a:buFont typeface="Wingdings" pitchFamily="2" charset="2"/>
                <a:buChar char="§"/>
                <a:defRPr sz="1800" b="0" i="0" kern="1200">
                  <a:solidFill>
                    <a:srgbClr val="48484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rgbClr val="ED6E00"/>
                </a:buClr>
                <a:buSzPct val="110000"/>
                <a:buFont typeface="Wingdings" pitchFamily="2" charset="2"/>
                <a:buChar char="§"/>
                <a:defRPr sz="1800" b="0" i="0" kern="1200">
                  <a:solidFill>
                    <a:srgbClr val="48484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rgbClr val="ED6E00"/>
                </a:buClr>
                <a:buSzPct val="110000"/>
                <a:buFont typeface="Wingdings" pitchFamily="2" charset="2"/>
                <a:buChar char="§"/>
                <a:defRPr sz="1800" b="0" i="0" kern="1200">
                  <a:solidFill>
                    <a:srgbClr val="484847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buNone/>
                <a:defRPr/>
              </a:pPr>
              <a:r>
                <a:rPr lang="de-DE" sz="1200" dirty="0">
                  <a:solidFill>
                    <a:srgbClr val="E7E6E6">
                      <a:lumMod val="10000"/>
                    </a:srgbClr>
                  </a:solidFill>
                  <a:latin typeface="Aptos" panose="020B0004020202020204" pitchFamily="34" charset="0"/>
                  <a:hlinkClick r:id="rId18"/>
                </a:rPr>
                <a:t>github.com/queens-py/queens</a:t>
              </a:r>
              <a:endPara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A889590-ECC1-DE32-C979-92A6E5840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090585" y="3695852"/>
              <a:ext cx="1566859" cy="1566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8279372"/>
      </p:ext>
    </p:extLst>
  </p:cSld>
  <p:clrMapOvr>
    <a:masterClrMapping/>
  </p:clrMapOvr>
</p:sld>
</file>

<file path=ppt/theme/theme1.xml><?xml version="1.0" encoding="utf-8"?>
<a:theme xmlns:a="http://schemas.openxmlformats.org/drawingml/2006/main" name="Kapite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gray"/>
      <a:bodyPr vert="horz" lIns="0" tIns="0" rIns="0" bIns="0" rtlCol="0" anchor="t" anchorCtr="0">
        <a:noAutofit/>
      </a:bodyPr>
      <a:lstStyle>
        <a:defPPr algn="l">
          <a:defRPr dirty="0" smtClean="0">
            <a:solidFill>
              <a:srgbClr val="484847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niBwM_PPT-Master2023" id="{A1A7359E-A3DE-EE4D-B21D-28F91DA5C942}" vid="{F344B5C0-B5BC-4F45-8B51-9E90A11F948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37336</TotalTime>
  <Words>140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Verdana</vt:lpstr>
      <vt:lpstr>Wingdings</vt:lpstr>
      <vt:lpstr>Kapitel</vt:lpstr>
      <vt:lpstr>PowerPoint Presentation</vt:lpstr>
    </vt:vector>
  </TitlesOfParts>
  <Manager/>
  <Company>Universität der Bundeswehr München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Sebastian Brandstäter</cp:lastModifiedBy>
  <cp:revision>1332</cp:revision>
  <cp:lastPrinted>2023-01-18T17:39:51Z</cp:lastPrinted>
  <dcterms:created xsi:type="dcterms:W3CDTF">2021-03-04T13:44:02Z</dcterms:created>
  <dcterms:modified xsi:type="dcterms:W3CDTF">2025-10-27T11:45:48Z</dcterms:modified>
  <cp:category/>
</cp:coreProperties>
</file>